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58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DF37CD-B29C-4DD2-BEA9-73019B7EC634}" type="doc">
      <dgm:prSet loTypeId="urn:microsoft.com/office/officeart/2005/8/layout/process5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8BF82B9-E767-4D50-B514-F982496BDAD2}">
      <dgm:prSet/>
      <dgm:spPr/>
      <dgm:t>
        <a:bodyPr/>
        <a:lstStyle/>
        <a:p>
          <a:r>
            <a:rPr lang="en-US"/>
            <a:t>Key Steps:</a:t>
          </a:r>
        </a:p>
      </dgm:t>
    </dgm:pt>
    <dgm:pt modelId="{D02FA525-625C-4200-828E-3EF322B67753}" type="parTrans" cxnId="{220A98E2-512E-4F78-8574-344177F78093}">
      <dgm:prSet/>
      <dgm:spPr/>
      <dgm:t>
        <a:bodyPr/>
        <a:lstStyle/>
        <a:p>
          <a:endParaRPr lang="en-US"/>
        </a:p>
      </dgm:t>
    </dgm:pt>
    <dgm:pt modelId="{3AD6836B-269B-4031-B12F-26AB68DFBAEB}" type="sibTrans" cxnId="{220A98E2-512E-4F78-8574-344177F78093}">
      <dgm:prSet/>
      <dgm:spPr/>
      <dgm:t>
        <a:bodyPr/>
        <a:lstStyle/>
        <a:p>
          <a:endParaRPr lang="en-US"/>
        </a:p>
      </dgm:t>
    </dgm:pt>
    <dgm:pt modelId="{C28C720A-081A-497C-989B-590EA523F3BF}">
      <dgm:prSet/>
      <dgm:spPr/>
      <dgm:t>
        <a:bodyPr/>
        <a:lstStyle/>
        <a:p>
          <a:r>
            <a:rPr lang="en-US"/>
            <a:t>- Removed missing/duplicate records</a:t>
          </a:r>
        </a:p>
      </dgm:t>
    </dgm:pt>
    <dgm:pt modelId="{0F8CBD7A-A30B-4B97-9004-35A431B2A060}" type="parTrans" cxnId="{28571265-8697-484E-98FD-E8CD6414734D}">
      <dgm:prSet/>
      <dgm:spPr/>
      <dgm:t>
        <a:bodyPr/>
        <a:lstStyle/>
        <a:p>
          <a:endParaRPr lang="en-US"/>
        </a:p>
      </dgm:t>
    </dgm:pt>
    <dgm:pt modelId="{0BEE152A-F305-4BB8-8A52-3575943336BC}" type="sibTrans" cxnId="{28571265-8697-484E-98FD-E8CD6414734D}">
      <dgm:prSet/>
      <dgm:spPr/>
      <dgm:t>
        <a:bodyPr/>
        <a:lstStyle/>
        <a:p>
          <a:endParaRPr lang="en-US"/>
        </a:p>
      </dgm:t>
    </dgm:pt>
    <dgm:pt modelId="{9C9DC5A9-9297-4F84-B700-20D9F3D1204A}">
      <dgm:prSet/>
      <dgm:spPr/>
      <dgm:t>
        <a:bodyPr/>
        <a:lstStyle/>
        <a:p>
          <a:r>
            <a:rPr lang="en-US"/>
            <a:t>- Converted dates to datetime format</a:t>
          </a:r>
        </a:p>
      </dgm:t>
    </dgm:pt>
    <dgm:pt modelId="{51F73538-C419-448B-ACFE-86C14532E6BE}" type="parTrans" cxnId="{24D7CAE7-0DFF-42DF-BEB4-35E1DAFC0F6B}">
      <dgm:prSet/>
      <dgm:spPr/>
      <dgm:t>
        <a:bodyPr/>
        <a:lstStyle/>
        <a:p>
          <a:endParaRPr lang="en-US"/>
        </a:p>
      </dgm:t>
    </dgm:pt>
    <dgm:pt modelId="{75139CEF-E0C6-43F0-91F1-80509E62F309}" type="sibTrans" cxnId="{24D7CAE7-0DFF-42DF-BEB4-35E1DAFC0F6B}">
      <dgm:prSet/>
      <dgm:spPr/>
      <dgm:t>
        <a:bodyPr/>
        <a:lstStyle/>
        <a:p>
          <a:endParaRPr lang="en-US"/>
        </a:p>
      </dgm:t>
    </dgm:pt>
    <dgm:pt modelId="{1BC02732-54F2-4601-B76C-CA8CF1F6182D}">
      <dgm:prSet/>
      <dgm:spPr/>
      <dgm:t>
        <a:bodyPr/>
        <a:lstStyle/>
        <a:p>
          <a:r>
            <a:rPr lang="en-US"/>
            <a:t>- Standardized numeric types</a:t>
          </a:r>
        </a:p>
      </dgm:t>
    </dgm:pt>
    <dgm:pt modelId="{C6E660FA-1A85-49BF-A4D5-4D829D7D14AB}" type="parTrans" cxnId="{B19E9B87-BC5D-4896-964C-1FA74B1378BB}">
      <dgm:prSet/>
      <dgm:spPr/>
      <dgm:t>
        <a:bodyPr/>
        <a:lstStyle/>
        <a:p>
          <a:endParaRPr lang="en-US"/>
        </a:p>
      </dgm:t>
    </dgm:pt>
    <dgm:pt modelId="{A6988369-4314-42B0-A903-C7C607E5AF4E}" type="sibTrans" cxnId="{B19E9B87-BC5D-4896-964C-1FA74B1378BB}">
      <dgm:prSet/>
      <dgm:spPr/>
      <dgm:t>
        <a:bodyPr/>
        <a:lstStyle/>
        <a:p>
          <a:endParaRPr lang="en-US"/>
        </a:p>
      </dgm:t>
    </dgm:pt>
    <dgm:pt modelId="{F4135FFB-FB96-494A-AC0A-E3FA3A4DC3C5}">
      <dgm:prSet/>
      <dgm:spPr/>
      <dgm:t>
        <a:bodyPr/>
        <a:lstStyle/>
        <a:p>
          <a:r>
            <a:rPr lang="en-US"/>
            <a:t>- Joined datasets on customer_id</a:t>
          </a:r>
        </a:p>
      </dgm:t>
    </dgm:pt>
    <dgm:pt modelId="{06DCEF67-8F39-4027-ADD1-04513011A51E}" type="parTrans" cxnId="{C84ED6AB-4B00-4915-9CC6-DD85D379C8AE}">
      <dgm:prSet/>
      <dgm:spPr/>
      <dgm:t>
        <a:bodyPr/>
        <a:lstStyle/>
        <a:p>
          <a:endParaRPr lang="en-US"/>
        </a:p>
      </dgm:t>
    </dgm:pt>
    <dgm:pt modelId="{611C3EFB-7DB7-4105-85F5-B35268FD2060}" type="sibTrans" cxnId="{C84ED6AB-4B00-4915-9CC6-DD85D379C8AE}">
      <dgm:prSet/>
      <dgm:spPr/>
      <dgm:t>
        <a:bodyPr/>
        <a:lstStyle/>
        <a:p>
          <a:endParaRPr lang="en-US"/>
        </a:p>
      </dgm:t>
    </dgm:pt>
    <dgm:pt modelId="{CD7E1F17-5736-4154-81F1-B45ECFE1DC54}" type="pres">
      <dgm:prSet presAssocID="{75DF37CD-B29C-4DD2-BEA9-73019B7EC634}" presName="diagram" presStyleCnt="0">
        <dgm:presLayoutVars>
          <dgm:dir/>
          <dgm:resizeHandles val="exact"/>
        </dgm:presLayoutVars>
      </dgm:prSet>
      <dgm:spPr/>
    </dgm:pt>
    <dgm:pt modelId="{A14B242F-CC61-4478-87CB-61B0F36B4C66}" type="pres">
      <dgm:prSet presAssocID="{78BF82B9-E767-4D50-B514-F982496BDAD2}" presName="node" presStyleLbl="node1" presStyleIdx="0" presStyleCnt="5">
        <dgm:presLayoutVars>
          <dgm:bulletEnabled val="1"/>
        </dgm:presLayoutVars>
      </dgm:prSet>
      <dgm:spPr/>
    </dgm:pt>
    <dgm:pt modelId="{6D376E5F-9DCF-4175-B26B-60DCD8ACC8E7}" type="pres">
      <dgm:prSet presAssocID="{3AD6836B-269B-4031-B12F-26AB68DFBAEB}" presName="sibTrans" presStyleLbl="sibTrans2D1" presStyleIdx="0" presStyleCnt="4"/>
      <dgm:spPr/>
    </dgm:pt>
    <dgm:pt modelId="{15E18925-D644-4980-A7FB-17833B423621}" type="pres">
      <dgm:prSet presAssocID="{3AD6836B-269B-4031-B12F-26AB68DFBAEB}" presName="connectorText" presStyleLbl="sibTrans2D1" presStyleIdx="0" presStyleCnt="4"/>
      <dgm:spPr/>
    </dgm:pt>
    <dgm:pt modelId="{B245630B-F6B5-4AA4-AB22-663AD192970E}" type="pres">
      <dgm:prSet presAssocID="{C28C720A-081A-497C-989B-590EA523F3BF}" presName="node" presStyleLbl="node1" presStyleIdx="1" presStyleCnt="5">
        <dgm:presLayoutVars>
          <dgm:bulletEnabled val="1"/>
        </dgm:presLayoutVars>
      </dgm:prSet>
      <dgm:spPr/>
    </dgm:pt>
    <dgm:pt modelId="{F0762083-437A-46CE-A075-609348C419C4}" type="pres">
      <dgm:prSet presAssocID="{0BEE152A-F305-4BB8-8A52-3575943336BC}" presName="sibTrans" presStyleLbl="sibTrans2D1" presStyleIdx="1" presStyleCnt="4"/>
      <dgm:spPr/>
    </dgm:pt>
    <dgm:pt modelId="{C95C2C20-309E-400E-A131-457579D5E73F}" type="pres">
      <dgm:prSet presAssocID="{0BEE152A-F305-4BB8-8A52-3575943336BC}" presName="connectorText" presStyleLbl="sibTrans2D1" presStyleIdx="1" presStyleCnt="4"/>
      <dgm:spPr/>
    </dgm:pt>
    <dgm:pt modelId="{046C0BFA-0B2D-4071-ADFD-B6D85496E6F7}" type="pres">
      <dgm:prSet presAssocID="{9C9DC5A9-9297-4F84-B700-20D9F3D1204A}" presName="node" presStyleLbl="node1" presStyleIdx="2" presStyleCnt="5">
        <dgm:presLayoutVars>
          <dgm:bulletEnabled val="1"/>
        </dgm:presLayoutVars>
      </dgm:prSet>
      <dgm:spPr/>
    </dgm:pt>
    <dgm:pt modelId="{259B1F8E-56FD-4372-99AF-3AA22AC9313D}" type="pres">
      <dgm:prSet presAssocID="{75139CEF-E0C6-43F0-91F1-80509E62F309}" presName="sibTrans" presStyleLbl="sibTrans2D1" presStyleIdx="2" presStyleCnt="4"/>
      <dgm:spPr/>
    </dgm:pt>
    <dgm:pt modelId="{C6E66E86-2183-4EA1-AC77-F57D6F72308A}" type="pres">
      <dgm:prSet presAssocID="{75139CEF-E0C6-43F0-91F1-80509E62F309}" presName="connectorText" presStyleLbl="sibTrans2D1" presStyleIdx="2" presStyleCnt="4"/>
      <dgm:spPr/>
    </dgm:pt>
    <dgm:pt modelId="{EFAF7DEB-2E76-436E-8DCD-9848CC0C69D2}" type="pres">
      <dgm:prSet presAssocID="{1BC02732-54F2-4601-B76C-CA8CF1F6182D}" presName="node" presStyleLbl="node1" presStyleIdx="3" presStyleCnt="5">
        <dgm:presLayoutVars>
          <dgm:bulletEnabled val="1"/>
        </dgm:presLayoutVars>
      </dgm:prSet>
      <dgm:spPr/>
    </dgm:pt>
    <dgm:pt modelId="{AF15BF30-B297-461F-9005-0D11BAD4B3FA}" type="pres">
      <dgm:prSet presAssocID="{A6988369-4314-42B0-A903-C7C607E5AF4E}" presName="sibTrans" presStyleLbl="sibTrans2D1" presStyleIdx="3" presStyleCnt="4"/>
      <dgm:spPr/>
    </dgm:pt>
    <dgm:pt modelId="{68EE0EFB-2766-4034-AEAD-FCC37E680547}" type="pres">
      <dgm:prSet presAssocID="{A6988369-4314-42B0-A903-C7C607E5AF4E}" presName="connectorText" presStyleLbl="sibTrans2D1" presStyleIdx="3" presStyleCnt="4"/>
      <dgm:spPr/>
    </dgm:pt>
    <dgm:pt modelId="{34CF2326-7BD5-4692-9EB5-6AC4029120FD}" type="pres">
      <dgm:prSet presAssocID="{F4135FFB-FB96-494A-AC0A-E3FA3A4DC3C5}" presName="node" presStyleLbl="node1" presStyleIdx="4" presStyleCnt="5">
        <dgm:presLayoutVars>
          <dgm:bulletEnabled val="1"/>
        </dgm:presLayoutVars>
      </dgm:prSet>
      <dgm:spPr/>
    </dgm:pt>
  </dgm:ptLst>
  <dgm:cxnLst>
    <dgm:cxn modelId="{8FB21722-7864-4509-B7FE-6E4B693C9285}" type="presOf" srcId="{75139CEF-E0C6-43F0-91F1-80509E62F309}" destId="{259B1F8E-56FD-4372-99AF-3AA22AC9313D}" srcOrd="0" destOrd="0" presId="urn:microsoft.com/office/officeart/2005/8/layout/process5"/>
    <dgm:cxn modelId="{07D94B22-0BC4-46BF-98E4-2750B4C9CFFC}" type="presOf" srcId="{C28C720A-081A-497C-989B-590EA523F3BF}" destId="{B245630B-F6B5-4AA4-AB22-663AD192970E}" srcOrd="0" destOrd="0" presId="urn:microsoft.com/office/officeart/2005/8/layout/process5"/>
    <dgm:cxn modelId="{5BC10F28-E0F0-4011-85E4-172CDCA4C120}" type="presOf" srcId="{F4135FFB-FB96-494A-AC0A-E3FA3A4DC3C5}" destId="{34CF2326-7BD5-4692-9EB5-6AC4029120FD}" srcOrd="0" destOrd="0" presId="urn:microsoft.com/office/officeart/2005/8/layout/process5"/>
    <dgm:cxn modelId="{E21DB841-6EE2-4520-B324-44E40D4566B6}" type="presOf" srcId="{A6988369-4314-42B0-A903-C7C607E5AF4E}" destId="{68EE0EFB-2766-4034-AEAD-FCC37E680547}" srcOrd="1" destOrd="0" presId="urn:microsoft.com/office/officeart/2005/8/layout/process5"/>
    <dgm:cxn modelId="{FFD2B961-DDD7-4A25-8C0F-2827287D99C4}" type="presOf" srcId="{9C9DC5A9-9297-4F84-B700-20D9F3D1204A}" destId="{046C0BFA-0B2D-4071-ADFD-B6D85496E6F7}" srcOrd="0" destOrd="0" presId="urn:microsoft.com/office/officeart/2005/8/layout/process5"/>
    <dgm:cxn modelId="{28571265-8697-484E-98FD-E8CD6414734D}" srcId="{75DF37CD-B29C-4DD2-BEA9-73019B7EC634}" destId="{C28C720A-081A-497C-989B-590EA523F3BF}" srcOrd="1" destOrd="0" parTransId="{0F8CBD7A-A30B-4B97-9004-35A431B2A060}" sibTransId="{0BEE152A-F305-4BB8-8A52-3575943336BC}"/>
    <dgm:cxn modelId="{A4A73546-4EE5-480F-94F6-F02AF166F13C}" type="presOf" srcId="{0BEE152A-F305-4BB8-8A52-3575943336BC}" destId="{C95C2C20-309E-400E-A131-457579D5E73F}" srcOrd="1" destOrd="0" presId="urn:microsoft.com/office/officeart/2005/8/layout/process5"/>
    <dgm:cxn modelId="{097D9867-4B02-431E-B23B-59E190DE838A}" type="presOf" srcId="{78BF82B9-E767-4D50-B514-F982496BDAD2}" destId="{A14B242F-CC61-4478-87CB-61B0F36B4C66}" srcOrd="0" destOrd="0" presId="urn:microsoft.com/office/officeart/2005/8/layout/process5"/>
    <dgm:cxn modelId="{B19E9B87-BC5D-4896-964C-1FA74B1378BB}" srcId="{75DF37CD-B29C-4DD2-BEA9-73019B7EC634}" destId="{1BC02732-54F2-4601-B76C-CA8CF1F6182D}" srcOrd="3" destOrd="0" parTransId="{C6E660FA-1A85-49BF-A4D5-4D829D7D14AB}" sibTransId="{A6988369-4314-42B0-A903-C7C607E5AF4E}"/>
    <dgm:cxn modelId="{E0F98398-E1A0-425B-933F-A249C5AFEDFB}" type="presOf" srcId="{75DF37CD-B29C-4DD2-BEA9-73019B7EC634}" destId="{CD7E1F17-5736-4154-81F1-B45ECFE1DC54}" srcOrd="0" destOrd="0" presId="urn:microsoft.com/office/officeart/2005/8/layout/process5"/>
    <dgm:cxn modelId="{C84ED6AB-4B00-4915-9CC6-DD85D379C8AE}" srcId="{75DF37CD-B29C-4DD2-BEA9-73019B7EC634}" destId="{F4135FFB-FB96-494A-AC0A-E3FA3A4DC3C5}" srcOrd="4" destOrd="0" parTransId="{06DCEF67-8F39-4027-ADD1-04513011A51E}" sibTransId="{611C3EFB-7DB7-4105-85F5-B35268FD2060}"/>
    <dgm:cxn modelId="{30AACBB3-8400-483E-938A-D323A985D363}" type="presOf" srcId="{75139CEF-E0C6-43F0-91F1-80509E62F309}" destId="{C6E66E86-2183-4EA1-AC77-F57D6F72308A}" srcOrd="1" destOrd="0" presId="urn:microsoft.com/office/officeart/2005/8/layout/process5"/>
    <dgm:cxn modelId="{C4C3E9B7-0B72-48DA-8FBC-80CF837938E0}" type="presOf" srcId="{0BEE152A-F305-4BB8-8A52-3575943336BC}" destId="{F0762083-437A-46CE-A075-609348C419C4}" srcOrd="0" destOrd="0" presId="urn:microsoft.com/office/officeart/2005/8/layout/process5"/>
    <dgm:cxn modelId="{EADADBC7-1F8A-46E3-A907-30B91342F3A8}" type="presOf" srcId="{3AD6836B-269B-4031-B12F-26AB68DFBAEB}" destId="{15E18925-D644-4980-A7FB-17833B423621}" srcOrd="1" destOrd="0" presId="urn:microsoft.com/office/officeart/2005/8/layout/process5"/>
    <dgm:cxn modelId="{625141CC-052F-4DBB-A57E-95227835DF05}" type="presOf" srcId="{A6988369-4314-42B0-A903-C7C607E5AF4E}" destId="{AF15BF30-B297-461F-9005-0D11BAD4B3FA}" srcOrd="0" destOrd="0" presId="urn:microsoft.com/office/officeart/2005/8/layout/process5"/>
    <dgm:cxn modelId="{5C3FE4D9-CFE3-4C9D-A19A-68776A963371}" type="presOf" srcId="{3AD6836B-269B-4031-B12F-26AB68DFBAEB}" destId="{6D376E5F-9DCF-4175-B26B-60DCD8ACC8E7}" srcOrd="0" destOrd="0" presId="urn:microsoft.com/office/officeart/2005/8/layout/process5"/>
    <dgm:cxn modelId="{220A98E2-512E-4F78-8574-344177F78093}" srcId="{75DF37CD-B29C-4DD2-BEA9-73019B7EC634}" destId="{78BF82B9-E767-4D50-B514-F982496BDAD2}" srcOrd="0" destOrd="0" parTransId="{D02FA525-625C-4200-828E-3EF322B67753}" sibTransId="{3AD6836B-269B-4031-B12F-26AB68DFBAEB}"/>
    <dgm:cxn modelId="{24D7CAE7-0DFF-42DF-BEB4-35E1DAFC0F6B}" srcId="{75DF37CD-B29C-4DD2-BEA9-73019B7EC634}" destId="{9C9DC5A9-9297-4F84-B700-20D9F3D1204A}" srcOrd="2" destOrd="0" parTransId="{51F73538-C419-448B-ACFE-86C14532E6BE}" sibTransId="{75139CEF-E0C6-43F0-91F1-80509E62F309}"/>
    <dgm:cxn modelId="{7EEF53FD-121E-4450-98CF-CEC9496B7013}" type="presOf" srcId="{1BC02732-54F2-4601-B76C-CA8CF1F6182D}" destId="{EFAF7DEB-2E76-436E-8DCD-9848CC0C69D2}" srcOrd="0" destOrd="0" presId="urn:microsoft.com/office/officeart/2005/8/layout/process5"/>
    <dgm:cxn modelId="{4D80C84D-5349-44B3-8C87-5E706E41EA13}" type="presParOf" srcId="{CD7E1F17-5736-4154-81F1-B45ECFE1DC54}" destId="{A14B242F-CC61-4478-87CB-61B0F36B4C66}" srcOrd="0" destOrd="0" presId="urn:microsoft.com/office/officeart/2005/8/layout/process5"/>
    <dgm:cxn modelId="{FCEB8A75-B2EC-48D7-8D21-890EF29C41DA}" type="presParOf" srcId="{CD7E1F17-5736-4154-81F1-B45ECFE1DC54}" destId="{6D376E5F-9DCF-4175-B26B-60DCD8ACC8E7}" srcOrd="1" destOrd="0" presId="urn:microsoft.com/office/officeart/2005/8/layout/process5"/>
    <dgm:cxn modelId="{31CFA87D-AD88-4E84-B880-A8733C2A1D1B}" type="presParOf" srcId="{6D376E5F-9DCF-4175-B26B-60DCD8ACC8E7}" destId="{15E18925-D644-4980-A7FB-17833B423621}" srcOrd="0" destOrd="0" presId="urn:microsoft.com/office/officeart/2005/8/layout/process5"/>
    <dgm:cxn modelId="{CC09DD8A-5ECE-492B-B2E8-E8ED05C31741}" type="presParOf" srcId="{CD7E1F17-5736-4154-81F1-B45ECFE1DC54}" destId="{B245630B-F6B5-4AA4-AB22-663AD192970E}" srcOrd="2" destOrd="0" presId="urn:microsoft.com/office/officeart/2005/8/layout/process5"/>
    <dgm:cxn modelId="{0E1C14DD-BFB2-47D0-81B1-007D3312B0A4}" type="presParOf" srcId="{CD7E1F17-5736-4154-81F1-B45ECFE1DC54}" destId="{F0762083-437A-46CE-A075-609348C419C4}" srcOrd="3" destOrd="0" presId="urn:microsoft.com/office/officeart/2005/8/layout/process5"/>
    <dgm:cxn modelId="{30969E28-7771-4997-A79F-C0B34F25D2DC}" type="presParOf" srcId="{F0762083-437A-46CE-A075-609348C419C4}" destId="{C95C2C20-309E-400E-A131-457579D5E73F}" srcOrd="0" destOrd="0" presId="urn:microsoft.com/office/officeart/2005/8/layout/process5"/>
    <dgm:cxn modelId="{3FCDD2E2-84CA-45A3-B5AE-73CF7F0720F0}" type="presParOf" srcId="{CD7E1F17-5736-4154-81F1-B45ECFE1DC54}" destId="{046C0BFA-0B2D-4071-ADFD-B6D85496E6F7}" srcOrd="4" destOrd="0" presId="urn:microsoft.com/office/officeart/2005/8/layout/process5"/>
    <dgm:cxn modelId="{132C3AE4-B38F-427E-8989-A9B79188359F}" type="presParOf" srcId="{CD7E1F17-5736-4154-81F1-B45ECFE1DC54}" destId="{259B1F8E-56FD-4372-99AF-3AA22AC9313D}" srcOrd="5" destOrd="0" presId="urn:microsoft.com/office/officeart/2005/8/layout/process5"/>
    <dgm:cxn modelId="{A5129730-B54B-45A1-BEFA-DA389514D62C}" type="presParOf" srcId="{259B1F8E-56FD-4372-99AF-3AA22AC9313D}" destId="{C6E66E86-2183-4EA1-AC77-F57D6F72308A}" srcOrd="0" destOrd="0" presId="urn:microsoft.com/office/officeart/2005/8/layout/process5"/>
    <dgm:cxn modelId="{07E22DEC-65D9-4C81-A51C-12A57B8F00B3}" type="presParOf" srcId="{CD7E1F17-5736-4154-81F1-B45ECFE1DC54}" destId="{EFAF7DEB-2E76-436E-8DCD-9848CC0C69D2}" srcOrd="6" destOrd="0" presId="urn:microsoft.com/office/officeart/2005/8/layout/process5"/>
    <dgm:cxn modelId="{B7A9184E-9128-4E1A-B6A9-B5F0EAFCC38A}" type="presParOf" srcId="{CD7E1F17-5736-4154-81F1-B45ECFE1DC54}" destId="{AF15BF30-B297-461F-9005-0D11BAD4B3FA}" srcOrd="7" destOrd="0" presId="urn:microsoft.com/office/officeart/2005/8/layout/process5"/>
    <dgm:cxn modelId="{B95D6BC1-3C6E-449A-93FD-52CD397AD573}" type="presParOf" srcId="{AF15BF30-B297-461F-9005-0D11BAD4B3FA}" destId="{68EE0EFB-2766-4034-AEAD-FCC37E680547}" srcOrd="0" destOrd="0" presId="urn:microsoft.com/office/officeart/2005/8/layout/process5"/>
    <dgm:cxn modelId="{AF79D2B1-594F-4F4E-8D91-D89432C23E02}" type="presParOf" srcId="{CD7E1F17-5736-4154-81F1-B45ECFE1DC54}" destId="{34CF2326-7BD5-4692-9EB5-6AC4029120FD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16D1E0-7863-4612-981A-399C7FAC6939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76F4DAE-21F6-417F-A147-D88593F050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1. Target high-value customers (Top 10 spent ₹2,439–2,933)</a:t>
          </a:r>
        </a:p>
      </dgm:t>
    </dgm:pt>
    <dgm:pt modelId="{E46B22A7-CC1C-4873-BB58-740B13AF3E46}" type="parTrans" cxnId="{B55A0972-665A-49BE-95B1-CEF62FA60A0D}">
      <dgm:prSet/>
      <dgm:spPr/>
      <dgm:t>
        <a:bodyPr/>
        <a:lstStyle/>
        <a:p>
          <a:endParaRPr lang="en-US"/>
        </a:p>
      </dgm:t>
    </dgm:pt>
    <dgm:pt modelId="{AE48581A-C79B-482B-B5DE-7CD978F5CF7D}" type="sibTrans" cxnId="{B55A0972-665A-49BE-95B1-CEF62FA60A0D}">
      <dgm:prSet phldrT="1" phldr="0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D151988-EA24-49EA-8E21-A13A15FA7D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2. Increase responder engagement (11% response rate)</a:t>
          </a:r>
        </a:p>
      </dgm:t>
    </dgm:pt>
    <dgm:pt modelId="{31C517C5-DECD-4D3B-83C6-1578F84162C6}" type="parTrans" cxnId="{7DE3E8B8-0554-44CB-B829-A82C3D8234D0}">
      <dgm:prSet/>
      <dgm:spPr/>
      <dgm:t>
        <a:bodyPr/>
        <a:lstStyle/>
        <a:p>
          <a:endParaRPr lang="en-US"/>
        </a:p>
      </dgm:t>
    </dgm:pt>
    <dgm:pt modelId="{06CECD0B-A0B1-461E-AFEC-8086C163BB38}" type="sibTrans" cxnId="{7DE3E8B8-0554-44CB-B829-A82C3D8234D0}">
      <dgm:prSet phldrT="2" phldr="0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D547C38-9161-4B54-952D-2A550CF375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3. Align promotions with sales trends</a:t>
          </a:r>
        </a:p>
      </dgm:t>
    </dgm:pt>
    <dgm:pt modelId="{3771EB05-9D42-4363-B914-33F9650618A0}" type="parTrans" cxnId="{96AEDC91-E4AD-4D7A-927F-36E4F46C8A55}">
      <dgm:prSet/>
      <dgm:spPr/>
      <dgm:t>
        <a:bodyPr/>
        <a:lstStyle/>
        <a:p>
          <a:endParaRPr lang="en-US"/>
        </a:p>
      </dgm:t>
    </dgm:pt>
    <dgm:pt modelId="{C39A63A3-34D1-4EB3-B192-2F2DA6C0042F}" type="sibTrans" cxnId="{96AEDC91-E4AD-4D7A-927F-36E4F46C8A55}">
      <dgm:prSet phldrT="3" phldr="0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809E99C-55BF-4B70-AEB1-65ADFFD17D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4. Monitor monthly fluctuations</a:t>
          </a:r>
        </a:p>
      </dgm:t>
    </dgm:pt>
    <dgm:pt modelId="{48C1C7FD-9473-4E62-98E1-CF30F71091E3}" type="parTrans" cxnId="{711F4230-B598-43E4-8A01-3D96D472C85E}">
      <dgm:prSet/>
      <dgm:spPr/>
      <dgm:t>
        <a:bodyPr/>
        <a:lstStyle/>
        <a:p>
          <a:endParaRPr lang="en-US"/>
        </a:p>
      </dgm:t>
    </dgm:pt>
    <dgm:pt modelId="{C25114DB-D974-419F-94E3-D482F95102EE}" type="sibTrans" cxnId="{711F4230-B598-43E4-8A01-3D96D472C85E}">
      <dgm:prSet phldrT="4" phldr="0"/>
      <dgm:spPr/>
      <dgm:t>
        <a:bodyPr/>
        <a:lstStyle/>
        <a:p>
          <a:endParaRPr lang="en-US"/>
        </a:p>
      </dgm:t>
    </dgm:pt>
    <dgm:pt modelId="{D21EA003-C1A9-4153-B4B6-F09A48FBE48A}" type="pres">
      <dgm:prSet presAssocID="{8716D1E0-7863-4612-981A-399C7FAC6939}" presName="root" presStyleCnt="0">
        <dgm:presLayoutVars>
          <dgm:dir/>
          <dgm:resizeHandles val="exact"/>
        </dgm:presLayoutVars>
      </dgm:prSet>
      <dgm:spPr/>
    </dgm:pt>
    <dgm:pt modelId="{106C4752-AD82-4C1D-8314-DD663250987C}" type="pres">
      <dgm:prSet presAssocID="{8716D1E0-7863-4612-981A-399C7FAC6939}" presName="container" presStyleCnt="0">
        <dgm:presLayoutVars>
          <dgm:dir/>
          <dgm:resizeHandles val="exact"/>
        </dgm:presLayoutVars>
      </dgm:prSet>
      <dgm:spPr/>
    </dgm:pt>
    <dgm:pt modelId="{CC7146BC-6150-40A7-B9C8-C09BB910BC7E}" type="pres">
      <dgm:prSet presAssocID="{C76F4DAE-21F6-417F-A147-D88593F0506A}" presName="compNode" presStyleCnt="0"/>
      <dgm:spPr/>
    </dgm:pt>
    <dgm:pt modelId="{9026F8D0-EAE0-4C6E-B5DD-B59CE7228B39}" type="pres">
      <dgm:prSet presAssocID="{C76F4DAE-21F6-417F-A147-D88593F0506A}" presName="iconBgRect" presStyleLbl="bgShp" presStyleIdx="0" presStyleCnt="4"/>
      <dgm:spPr/>
    </dgm:pt>
    <dgm:pt modelId="{AF336488-2C73-4A7C-BC36-376F24351385}" type="pres">
      <dgm:prSet presAssocID="{C76F4DAE-21F6-417F-A147-D88593F0506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apanese Dolls"/>
        </a:ext>
      </dgm:extLst>
    </dgm:pt>
    <dgm:pt modelId="{0538E2EC-22F1-4586-B804-8C5FA9C93412}" type="pres">
      <dgm:prSet presAssocID="{C76F4DAE-21F6-417F-A147-D88593F0506A}" presName="spaceRect" presStyleCnt="0"/>
      <dgm:spPr/>
    </dgm:pt>
    <dgm:pt modelId="{2D9A2960-09FD-4F07-9805-08FA74FAC739}" type="pres">
      <dgm:prSet presAssocID="{C76F4DAE-21F6-417F-A147-D88593F0506A}" presName="textRect" presStyleLbl="revTx" presStyleIdx="0" presStyleCnt="4">
        <dgm:presLayoutVars>
          <dgm:chMax val="1"/>
          <dgm:chPref val="1"/>
        </dgm:presLayoutVars>
      </dgm:prSet>
      <dgm:spPr/>
    </dgm:pt>
    <dgm:pt modelId="{B70709DB-8B5F-4CDF-B3DE-B44A5306B0AF}" type="pres">
      <dgm:prSet presAssocID="{AE48581A-C79B-482B-B5DE-7CD978F5CF7D}" presName="sibTrans" presStyleLbl="sibTrans2D1" presStyleIdx="0" presStyleCnt="0"/>
      <dgm:spPr/>
    </dgm:pt>
    <dgm:pt modelId="{1155E501-1E48-4F85-9387-C52A97C5C498}" type="pres">
      <dgm:prSet presAssocID="{2D151988-EA24-49EA-8E21-A13A15FA7DA5}" presName="compNode" presStyleCnt="0"/>
      <dgm:spPr/>
    </dgm:pt>
    <dgm:pt modelId="{3227B856-ACC2-4E7D-AEF6-C5248C7EEDA8}" type="pres">
      <dgm:prSet presAssocID="{2D151988-EA24-49EA-8E21-A13A15FA7DA5}" presName="iconBgRect" presStyleLbl="bgShp" presStyleIdx="1" presStyleCnt="4"/>
      <dgm:spPr/>
    </dgm:pt>
    <dgm:pt modelId="{C42661CF-4EBB-4779-BC25-C5E648FFA597}" type="pres">
      <dgm:prSet presAssocID="{2D151988-EA24-49EA-8E21-A13A15FA7DA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icopter"/>
        </a:ext>
      </dgm:extLst>
    </dgm:pt>
    <dgm:pt modelId="{CBAA0221-F86D-4285-9F2A-70D845F3E22A}" type="pres">
      <dgm:prSet presAssocID="{2D151988-EA24-49EA-8E21-A13A15FA7DA5}" presName="spaceRect" presStyleCnt="0"/>
      <dgm:spPr/>
    </dgm:pt>
    <dgm:pt modelId="{781559CC-3B82-46F1-A45B-DD443B1F156F}" type="pres">
      <dgm:prSet presAssocID="{2D151988-EA24-49EA-8E21-A13A15FA7DA5}" presName="textRect" presStyleLbl="revTx" presStyleIdx="1" presStyleCnt="4">
        <dgm:presLayoutVars>
          <dgm:chMax val="1"/>
          <dgm:chPref val="1"/>
        </dgm:presLayoutVars>
      </dgm:prSet>
      <dgm:spPr/>
    </dgm:pt>
    <dgm:pt modelId="{956EED51-2507-4032-8FAA-25337B8FE1F9}" type="pres">
      <dgm:prSet presAssocID="{06CECD0B-A0B1-461E-AFEC-8086C163BB38}" presName="sibTrans" presStyleLbl="sibTrans2D1" presStyleIdx="0" presStyleCnt="0"/>
      <dgm:spPr/>
    </dgm:pt>
    <dgm:pt modelId="{05A8701E-20DB-4888-B0B3-C4B2917685C0}" type="pres">
      <dgm:prSet presAssocID="{BD547C38-9161-4B54-952D-2A550CF375B0}" presName="compNode" presStyleCnt="0"/>
      <dgm:spPr/>
    </dgm:pt>
    <dgm:pt modelId="{80CBD8A0-F488-4836-8C08-54286ECEEA3A}" type="pres">
      <dgm:prSet presAssocID="{BD547C38-9161-4B54-952D-2A550CF375B0}" presName="iconBgRect" presStyleLbl="bgShp" presStyleIdx="2" presStyleCnt="4"/>
      <dgm:spPr/>
    </dgm:pt>
    <dgm:pt modelId="{F663E4E8-81C5-43EA-A9BB-D9AC001D3869}" type="pres">
      <dgm:prSet presAssocID="{BD547C38-9161-4B54-952D-2A550CF375B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g"/>
        </a:ext>
      </dgm:extLst>
    </dgm:pt>
    <dgm:pt modelId="{B4FB551C-FF33-42D2-BD30-619A8D86178B}" type="pres">
      <dgm:prSet presAssocID="{BD547C38-9161-4B54-952D-2A550CF375B0}" presName="spaceRect" presStyleCnt="0"/>
      <dgm:spPr/>
    </dgm:pt>
    <dgm:pt modelId="{56885923-C215-4D46-BDA0-4880A8EDFC26}" type="pres">
      <dgm:prSet presAssocID="{BD547C38-9161-4B54-952D-2A550CF375B0}" presName="textRect" presStyleLbl="revTx" presStyleIdx="2" presStyleCnt="4">
        <dgm:presLayoutVars>
          <dgm:chMax val="1"/>
          <dgm:chPref val="1"/>
        </dgm:presLayoutVars>
      </dgm:prSet>
      <dgm:spPr/>
    </dgm:pt>
    <dgm:pt modelId="{7B88EBBF-9EB6-48CA-9DC9-34174B540FD3}" type="pres">
      <dgm:prSet presAssocID="{C39A63A3-34D1-4EB3-B192-2F2DA6C0042F}" presName="sibTrans" presStyleLbl="sibTrans2D1" presStyleIdx="0" presStyleCnt="0"/>
      <dgm:spPr/>
    </dgm:pt>
    <dgm:pt modelId="{539DD271-3B25-4CC6-9C56-4DCFDF755725}" type="pres">
      <dgm:prSet presAssocID="{8809E99C-55BF-4B70-AEB1-65ADFFD17DA6}" presName="compNode" presStyleCnt="0"/>
      <dgm:spPr/>
    </dgm:pt>
    <dgm:pt modelId="{3407F697-B048-4487-8BD9-8226CD2AD70D}" type="pres">
      <dgm:prSet presAssocID="{8809E99C-55BF-4B70-AEB1-65ADFFD17DA6}" presName="iconBgRect" presStyleLbl="bgShp" presStyleIdx="3" presStyleCnt="4"/>
      <dgm:spPr/>
    </dgm:pt>
    <dgm:pt modelId="{55F684BA-60DA-4A81-BBBC-54808314C65A}" type="pres">
      <dgm:prSet presAssocID="{8809E99C-55BF-4B70-AEB1-65ADFFD17DA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6F25F044-8002-488C-80AB-D15829EBC966}" type="pres">
      <dgm:prSet presAssocID="{8809E99C-55BF-4B70-AEB1-65ADFFD17DA6}" presName="spaceRect" presStyleCnt="0"/>
      <dgm:spPr/>
    </dgm:pt>
    <dgm:pt modelId="{1BF1F1EA-9F0F-4B4E-9979-08CD8941C1C1}" type="pres">
      <dgm:prSet presAssocID="{8809E99C-55BF-4B70-AEB1-65ADFFD17DA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EF0650E-01D0-4698-BBBE-639825C8DA72}" type="presOf" srcId="{8716D1E0-7863-4612-981A-399C7FAC6939}" destId="{D21EA003-C1A9-4153-B4B6-F09A48FBE48A}" srcOrd="0" destOrd="0" presId="urn:microsoft.com/office/officeart/2018/2/layout/IconCircleList"/>
    <dgm:cxn modelId="{711F4230-B598-43E4-8A01-3D96D472C85E}" srcId="{8716D1E0-7863-4612-981A-399C7FAC6939}" destId="{8809E99C-55BF-4B70-AEB1-65ADFFD17DA6}" srcOrd="3" destOrd="0" parTransId="{48C1C7FD-9473-4E62-98E1-CF30F71091E3}" sibTransId="{C25114DB-D974-419F-94E3-D482F95102EE}"/>
    <dgm:cxn modelId="{D156BC33-8121-4D93-978E-73393A31371D}" type="presOf" srcId="{BD547C38-9161-4B54-952D-2A550CF375B0}" destId="{56885923-C215-4D46-BDA0-4880A8EDFC26}" srcOrd="0" destOrd="0" presId="urn:microsoft.com/office/officeart/2018/2/layout/IconCircleList"/>
    <dgm:cxn modelId="{76716B3B-6CE1-45B5-A831-2573DF781D85}" type="presOf" srcId="{C39A63A3-34D1-4EB3-B192-2F2DA6C0042F}" destId="{7B88EBBF-9EB6-48CA-9DC9-34174B540FD3}" srcOrd="0" destOrd="0" presId="urn:microsoft.com/office/officeart/2018/2/layout/IconCircleList"/>
    <dgm:cxn modelId="{F5A8AC64-79ED-4986-9094-9ACD62E3D510}" type="presOf" srcId="{AE48581A-C79B-482B-B5DE-7CD978F5CF7D}" destId="{B70709DB-8B5F-4CDF-B3DE-B44A5306B0AF}" srcOrd="0" destOrd="0" presId="urn:microsoft.com/office/officeart/2018/2/layout/IconCircleList"/>
    <dgm:cxn modelId="{B55A0972-665A-49BE-95B1-CEF62FA60A0D}" srcId="{8716D1E0-7863-4612-981A-399C7FAC6939}" destId="{C76F4DAE-21F6-417F-A147-D88593F0506A}" srcOrd="0" destOrd="0" parTransId="{E46B22A7-CC1C-4873-BB58-740B13AF3E46}" sibTransId="{AE48581A-C79B-482B-B5DE-7CD978F5CF7D}"/>
    <dgm:cxn modelId="{2B1CB677-CF86-43B4-8CA9-59E994BBB9BE}" type="presOf" srcId="{C76F4DAE-21F6-417F-A147-D88593F0506A}" destId="{2D9A2960-09FD-4F07-9805-08FA74FAC739}" srcOrd="0" destOrd="0" presId="urn:microsoft.com/office/officeart/2018/2/layout/IconCircleList"/>
    <dgm:cxn modelId="{AE13768F-4835-483A-8374-1630F299FD29}" type="presOf" srcId="{06CECD0B-A0B1-461E-AFEC-8086C163BB38}" destId="{956EED51-2507-4032-8FAA-25337B8FE1F9}" srcOrd="0" destOrd="0" presId="urn:microsoft.com/office/officeart/2018/2/layout/IconCircleList"/>
    <dgm:cxn modelId="{96AEDC91-E4AD-4D7A-927F-36E4F46C8A55}" srcId="{8716D1E0-7863-4612-981A-399C7FAC6939}" destId="{BD547C38-9161-4B54-952D-2A550CF375B0}" srcOrd="2" destOrd="0" parTransId="{3771EB05-9D42-4363-B914-33F9650618A0}" sibTransId="{C39A63A3-34D1-4EB3-B192-2F2DA6C0042F}"/>
    <dgm:cxn modelId="{B29A499E-1293-4D66-BBC1-E9C736685225}" type="presOf" srcId="{8809E99C-55BF-4B70-AEB1-65ADFFD17DA6}" destId="{1BF1F1EA-9F0F-4B4E-9979-08CD8941C1C1}" srcOrd="0" destOrd="0" presId="urn:microsoft.com/office/officeart/2018/2/layout/IconCircleList"/>
    <dgm:cxn modelId="{7DE3E8B8-0554-44CB-B829-A82C3D8234D0}" srcId="{8716D1E0-7863-4612-981A-399C7FAC6939}" destId="{2D151988-EA24-49EA-8E21-A13A15FA7DA5}" srcOrd="1" destOrd="0" parTransId="{31C517C5-DECD-4D3B-83C6-1578F84162C6}" sibTransId="{06CECD0B-A0B1-461E-AFEC-8086C163BB38}"/>
    <dgm:cxn modelId="{B2241CBA-2DB3-4B40-B921-1DFBEEB1FF93}" type="presOf" srcId="{2D151988-EA24-49EA-8E21-A13A15FA7DA5}" destId="{781559CC-3B82-46F1-A45B-DD443B1F156F}" srcOrd="0" destOrd="0" presId="urn:microsoft.com/office/officeart/2018/2/layout/IconCircleList"/>
    <dgm:cxn modelId="{4BE2F459-C8DB-4BBA-86B5-2870AF64FB59}" type="presParOf" srcId="{D21EA003-C1A9-4153-B4B6-F09A48FBE48A}" destId="{106C4752-AD82-4C1D-8314-DD663250987C}" srcOrd="0" destOrd="0" presId="urn:microsoft.com/office/officeart/2018/2/layout/IconCircleList"/>
    <dgm:cxn modelId="{EAF3ADB2-3DB3-411A-976D-2260EA81D2C5}" type="presParOf" srcId="{106C4752-AD82-4C1D-8314-DD663250987C}" destId="{CC7146BC-6150-40A7-B9C8-C09BB910BC7E}" srcOrd="0" destOrd="0" presId="urn:microsoft.com/office/officeart/2018/2/layout/IconCircleList"/>
    <dgm:cxn modelId="{0D4F2085-9C21-44C8-B5DC-6024B36F780F}" type="presParOf" srcId="{CC7146BC-6150-40A7-B9C8-C09BB910BC7E}" destId="{9026F8D0-EAE0-4C6E-B5DD-B59CE7228B39}" srcOrd="0" destOrd="0" presId="urn:microsoft.com/office/officeart/2018/2/layout/IconCircleList"/>
    <dgm:cxn modelId="{65AE14B6-59A4-4696-B6D7-694489E5B11E}" type="presParOf" srcId="{CC7146BC-6150-40A7-B9C8-C09BB910BC7E}" destId="{AF336488-2C73-4A7C-BC36-376F24351385}" srcOrd="1" destOrd="0" presId="urn:microsoft.com/office/officeart/2018/2/layout/IconCircleList"/>
    <dgm:cxn modelId="{5D37A34D-550D-4CDA-A50C-A13A3154707B}" type="presParOf" srcId="{CC7146BC-6150-40A7-B9C8-C09BB910BC7E}" destId="{0538E2EC-22F1-4586-B804-8C5FA9C93412}" srcOrd="2" destOrd="0" presId="urn:microsoft.com/office/officeart/2018/2/layout/IconCircleList"/>
    <dgm:cxn modelId="{A4DA8503-0E8D-4BB5-A66F-A92F79A839DC}" type="presParOf" srcId="{CC7146BC-6150-40A7-B9C8-C09BB910BC7E}" destId="{2D9A2960-09FD-4F07-9805-08FA74FAC739}" srcOrd="3" destOrd="0" presId="urn:microsoft.com/office/officeart/2018/2/layout/IconCircleList"/>
    <dgm:cxn modelId="{739B0818-1B52-4E6E-80D4-11E3AD561470}" type="presParOf" srcId="{106C4752-AD82-4C1D-8314-DD663250987C}" destId="{B70709DB-8B5F-4CDF-B3DE-B44A5306B0AF}" srcOrd="1" destOrd="0" presId="urn:microsoft.com/office/officeart/2018/2/layout/IconCircleList"/>
    <dgm:cxn modelId="{F622CE63-24AF-4921-B1B1-32617891E5FE}" type="presParOf" srcId="{106C4752-AD82-4C1D-8314-DD663250987C}" destId="{1155E501-1E48-4F85-9387-C52A97C5C498}" srcOrd="2" destOrd="0" presId="urn:microsoft.com/office/officeart/2018/2/layout/IconCircleList"/>
    <dgm:cxn modelId="{09410DBD-8BAB-4C48-BE3B-03BE1656AB1C}" type="presParOf" srcId="{1155E501-1E48-4F85-9387-C52A97C5C498}" destId="{3227B856-ACC2-4E7D-AEF6-C5248C7EEDA8}" srcOrd="0" destOrd="0" presId="urn:microsoft.com/office/officeart/2018/2/layout/IconCircleList"/>
    <dgm:cxn modelId="{82E83E78-871E-40A9-887D-E3A1B38A2BB2}" type="presParOf" srcId="{1155E501-1E48-4F85-9387-C52A97C5C498}" destId="{C42661CF-4EBB-4779-BC25-C5E648FFA597}" srcOrd="1" destOrd="0" presId="urn:microsoft.com/office/officeart/2018/2/layout/IconCircleList"/>
    <dgm:cxn modelId="{C2AFEF32-CAF3-495C-BCA4-FD75A341AE7A}" type="presParOf" srcId="{1155E501-1E48-4F85-9387-C52A97C5C498}" destId="{CBAA0221-F86D-4285-9F2A-70D845F3E22A}" srcOrd="2" destOrd="0" presId="urn:microsoft.com/office/officeart/2018/2/layout/IconCircleList"/>
    <dgm:cxn modelId="{30A92007-2433-488A-A28E-83A8C889371D}" type="presParOf" srcId="{1155E501-1E48-4F85-9387-C52A97C5C498}" destId="{781559CC-3B82-46F1-A45B-DD443B1F156F}" srcOrd="3" destOrd="0" presId="urn:microsoft.com/office/officeart/2018/2/layout/IconCircleList"/>
    <dgm:cxn modelId="{7E3818A7-E88D-40C1-9111-8D4B7780B4F4}" type="presParOf" srcId="{106C4752-AD82-4C1D-8314-DD663250987C}" destId="{956EED51-2507-4032-8FAA-25337B8FE1F9}" srcOrd="3" destOrd="0" presId="urn:microsoft.com/office/officeart/2018/2/layout/IconCircleList"/>
    <dgm:cxn modelId="{47648AAA-A526-425E-BE40-FD544B54CD60}" type="presParOf" srcId="{106C4752-AD82-4C1D-8314-DD663250987C}" destId="{05A8701E-20DB-4888-B0B3-C4B2917685C0}" srcOrd="4" destOrd="0" presId="urn:microsoft.com/office/officeart/2018/2/layout/IconCircleList"/>
    <dgm:cxn modelId="{38AB32BA-7B6D-4ADA-B262-22D5D4B2BAA6}" type="presParOf" srcId="{05A8701E-20DB-4888-B0B3-C4B2917685C0}" destId="{80CBD8A0-F488-4836-8C08-54286ECEEA3A}" srcOrd="0" destOrd="0" presId="urn:microsoft.com/office/officeart/2018/2/layout/IconCircleList"/>
    <dgm:cxn modelId="{DC698814-68D6-41F7-82FE-773B9A7E0DAA}" type="presParOf" srcId="{05A8701E-20DB-4888-B0B3-C4B2917685C0}" destId="{F663E4E8-81C5-43EA-A9BB-D9AC001D3869}" srcOrd="1" destOrd="0" presId="urn:microsoft.com/office/officeart/2018/2/layout/IconCircleList"/>
    <dgm:cxn modelId="{B822B1D6-4E89-46BA-BE71-C38CCC330A2C}" type="presParOf" srcId="{05A8701E-20DB-4888-B0B3-C4B2917685C0}" destId="{B4FB551C-FF33-42D2-BD30-619A8D86178B}" srcOrd="2" destOrd="0" presId="urn:microsoft.com/office/officeart/2018/2/layout/IconCircleList"/>
    <dgm:cxn modelId="{7311236E-720B-4451-B70D-E3F577C9E569}" type="presParOf" srcId="{05A8701E-20DB-4888-B0B3-C4B2917685C0}" destId="{56885923-C215-4D46-BDA0-4880A8EDFC26}" srcOrd="3" destOrd="0" presId="urn:microsoft.com/office/officeart/2018/2/layout/IconCircleList"/>
    <dgm:cxn modelId="{B20EDAF8-CE9D-486D-A85B-08DA39B55357}" type="presParOf" srcId="{106C4752-AD82-4C1D-8314-DD663250987C}" destId="{7B88EBBF-9EB6-48CA-9DC9-34174B540FD3}" srcOrd="5" destOrd="0" presId="urn:microsoft.com/office/officeart/2018/2/layout/IconCircleList"/>
    <dgm:cxn modelId="{D143D9E8-BDE3-42C9-AEFD-CF068E842029}" type="presParOf" srcId="{106C4752-AD82-4C1D-8314-DD663250987C}" destId="{539DD271-3B25-4CC6-9C56-4DCFDF755725}" srcOrd="6" destOrd="0" presId="urn:microsoft.com/office/officeart/2018/2/layout/IconCircleList"/>
    <dgm:cxn modelId="{A0B6E9DC-D3FC-469E-B20A-C7CB29DD4FB7}" type="presParOf" srcId="{539DD271-3B25-4CC6-9C56-4DCFDF755725}" destId="{3407F697-B048-4487-8BD9-8226CD2AD70D}" srcOrd="0" destOrd="0" presId="urn:microsoft.com/office/officeart/2018/2/layout/IconCircleList"/>
    <dgm:cxn modelId="{BC25FA03-B192-461E-8073-B6279C69D72E}" type="presParOf" srcId="{539DD271-3B25-4CC6-9C56-4DCFDF755725}" destId="{55F684BA-60DA-4A81-BBBC-54808314C65A}" srcOrd="1" destOrd="0" presId="urn:microsoft.com/office/officeart/2018/2/layout/IconCircleList"/>
    <dgm:cxn modelId="{EEC5FF20-855D-4884-8426-1F229053B714}" type="presParOf" srcId="{539DD271-3B25-4CC6-9C56-4DCFDF755725}" destId="{6F25F044-8002-488C-80AB-D15829EBC966}" srcOrd="2" destOrd="0" presId="urn:microsoft.com/office/officeart/2018/2/layout/IconCircleList"/>
    <dgm:cxn modelId="{FCB10747-136A-4147-A219-495D69323113}" type="presParOf" srcId="{539DD271-3B25-4CC6-9C56-4DCFDF755725}" destId="{1BF1F1EA-9F0F-4B4E-9979-08CD8941C1C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4B242F-CC61-4478-87CB-61B0F36B4C66}">
      <dsp:nvSpPr>
        <dsp:cNvPr id="0" name=""/>
        <dsp:cNvSpPr/>
      </dsp:nvSpPr>
      <dsp:spPr>
        <a:xfrm>
          <a:off x="7132" y="59549"/>
          <a:ext cx="2131851" cy="12791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Key Steps:</a:t>
          </a:r>
        </a:p>
      </dsp:txBody>
      <dsp:txXfrm>
        <a:off x="44596" y="97013"/>
        <a:ext cx="2056923" cy="1204182"/>
      </dsp:txXfrm>
    </dsp:sp>
    <dsp:sp modelId="{6D376E5F-9DCF-4175-B26B-60DCD8ACC8E7}">
      <dsp:nvSpPr>
        <dsp:cNvPr id="0" name=""/>
        <dsp:cNvSpPr/>
      </dsp:nvSpPr>
      <dsp:spPr>
        <a:xfrm>
          <a:off x="2326586" y="434755"/>
          <a:ext cx="451952" cy="52869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326586" y="540495"/>
        <a:ext cx="316366" cy="317219"/>
      </dsp:txXfrm>
    </dsp:sp>
    <dsp:sp modelId="{B245630B-F6B5-4AA4-AB22-663AD192970E}">
      <dsp:nvSpPr>
        <dsp:cNvPr id="0" name=""/>
        <dsp:cNvSpPr/>
      </dsp:nvSpPr>
      <dsp:spPr>
        <a:xfrm>
          <a:off x="2991724" y="59549"/>
          <a:ext cx="2131851" cy="12791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Removed missing/duplicate records</a:t>
          </a:r>
        </a:p>
      </dsp:txBody>
      <dsp:txXfrm>
        <a:off x="3029188" y="97013"/>
        <a:ext cx="2056923" cy="1204182"/>
      </dsp:txXfrm>
    </dsp:sp>
    <dsp:sp modelId="{F0762083-437A-46CE-A075-609348C419C4}">
      <dsp:nvSpPr>
        <dsp:cNvPr id="0" name=""/>
        <dsp:cNvSpPr/>
      </dsp:nvSpPr>
      <dsp:spPr>
        <a:xfrm>
          <a:off x="5311178" y="434755"/>
          <a:ext cx="451952" cy="52869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311178" y="540495"/>
        <a:ext cx="316366" cy="317219"/>
      </dsp:txXfrm>
    </dsp:sp>
    <dsp:sp modelId="{046C0BFA-0B2D-4071-ADFD-B6D85496E6F7}">
      <dsp:nvSpPr>
        <dsp:cNvPr id="0" name=""/>
        <dsp:cNvSpPr/>
      </dsp:nvSpPr>
      <dsp:spPr>
        <a:xfrm>
          <a:off x="5976316" y="59549"/>
          <a:ext cx="2131851" cy="12791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4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Converted dates to datetime format</a:t>
          </a:r>
        </a:p>
      </dsp:txBody>
      <dsp:txXfrm>
        <a:off x="6013780" y="97013"/>
        <a:ext cx="2056923" cy="1204182"/>
      </dsp:txXfrm>
    </dsp:sp>
    <dsp:sp modelId="{259B1F8E-56FD-4372-99AF-3AA22AC9313D}">
      <dsp:nvSpPr>
        <dsp:cNvPr id="0" name=""/>
        <dsp:cNvSpPr/>
      </dsp:nvSpPr>
      <dsp:spPr>
        <a:xfrm rot="5400000">
          <a:off x="6816265" y="1487890"/>
          <a:ext cx="451952" cy="52869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4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6883632" y="1526263"/>
        <a:ext cx="317219" cy="316366"/>
      </dsp:txXfrm>
    </dsp:sp>
    <dsp:sp modelId="{EFAF7DEB-2E76-436E-8DCD-9848CC0C69D2}">
      <dsp:nvSpPr>
        <dsp:cNvPr id="0" name=""/>
        <dsp:cNvSpPr/>
      </dsp:nvSpPr>
      <dsp:spPr>
        <a:xfrm>
          <a:off x="5976316" y="2191401"/>
          <a:ext cx="2131851" cy="12791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Standardized numeric types</a:t>
          </a:r>
        </a:p>
      </dsp:txBody>
      <dsp:txXfrm>
        <a:off x="6013780" y="2228865"/>
        <a:ext cx="2056923" cy="1204182"/>
      </dsp:txXfrm>
    </dsp:sp>
    <dsp:sp modelId="{AF15BF30-B297-461F-9005-0D11BAD4B3FA}">
      <dsp:nvSpPr>
        <dsp:cNvPr id="0" name=""/>
        <dsp:cNvSpPr/>
      </dsp:nvSpPr>
      <dsp:spPr>
        <a:xfrm rot="10800000">
          <a:off x="5336760" y="2566607"/>
          <a:ext cx="451952" cy="52869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5472346" y="2672347"/>
        <a:ext cx="316366" cy="317219"/>
      </dsp:txXfrm>
    </dsp:sp>
    <dsp:sp modelId="{34CF2326-7BD5-4692-9EB5-6AC4029120FD}">
      <dsp:nvSpPr>
        <dsp:cNvPr id="0" name=""/>
        <dsp:cNvSpPr/>
      </dsp:nvSpPr>
      <dsp:spPr>
        <a:xfrm>
          <a:off x="2991724" y="2191401"/>
          <a:ext cx="2131851" cy="12791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6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Joined datasets on customer_id</a:t>
          </a:r>
        </a:p>
      </dsp:txBody>
      <dsp:txXfrm>
        <a:off x="3029188" y="2228865"/>
        <a:ext cx="2056923" cy="12041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26F8D0-EAE0-4C6E-B5DD-B59CE7228B39}">
      <dsp:nvSpPr>
        <dsp:cNvPr id="0" name=""/>
        <dsp:cNvSpPr/>
      </dsp:nvSpPr>
      <dsp:spPr>
        <a:xfrm>
          <a:off x="2213" y="391195"/>
          <a:ext cx="1073779" cy="107377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336488-2C73-4A7C-BC36-376F24351385}">
      <dsp:nvSpPr>
        <dsp:cNvPr id="0" name=""/>
        <dsp:cNvSpPr/>
      </dsp:nvSpPr>
      <dsp:spPr>
        <a:xfrm>
          <a:off x="227707" y="616689"/>
          <a:ext cx="622792" cy="6227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9A2960-09FD-4F07-9805-08FA74FAC739}">
      <dsp:nvSpPr>
        <dsp:cNvPr id="0" name=""/>
        <dsp:cNvSpPr/>
      </dsp:nvSpPr>
      <dsp:spPr>
        <a:xfrm>
          <a:off x="1306089" y="391195"/>
          <a:ext cx="2531052" cy="1073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1. Target high-value customers (Top 10 spent ₹2,439–2,933)</a:t>
          </a:r>
        </a:p>
      </dsp:txBody>
      <dsp:txXfrm>
        <a:off x="1306089" y="391195"/>
        <a:ext cx="2531052" cy="1073779"/>
      </dsp:txXfrm>
    </dsp:sp>
    <dsp:sp modelId="{3227B856-ACC2-4E7D-AEF6-C5248C7EEDA8}">
      <dsp:nvSpPr>
        <dsp:cNvPr id="0" name=""/>
        <dsp:cNvSpPr/>
      </dsp:nvSpPr>
      <dsp:spPr>
        <a:xfrm>
          <a:off x="4278158" y="391195"/>
          <a:ext cx="1073779" cy="107377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2661CF-4EBB-4779-BC25-C5E648FFA597}">
      <dsp:nvSpPr>
        <dsp:cNvPr id="0" name=""/>
        <dsp:cNvSpPr/>
      </dsp:nvSpPr>
      <dsp:spPr>
        <a:xfrm>
          <a:off x="4503652" y="616689"/>
          <a:ext cx="622792" cy="6227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1559CC-3B82-46F1-A45B-DD443B1F156F}">
      <dsp:nvSpPr>
        <dsp:cNvPr id="0" name=""/>
        <dsp:cNvSpPr/>
      </dsp:nvSpPr>
      <dsp:spPr>
        <a:xfrm>
          <a:off x="5582033" y="391195"/>
          <a:ext cx="2531052" cy="1073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2. Increase responder engagement (11% response rate)</a:t>
          </a:r>
        </a:p>
      </dsp:txBody>
      <dsp:txXfrm>
        <a:off x="5582033" y="391195"/>
        <a:ext cx="2531052" cy="1073779"/>
      </dsp:txXfrm>
    </dsp:sp>
    <dsp:sp modelId="{80CBD8A0-F488-4836-8C08-54286ECEEA3A}">
      <dsp:nvSpPr>
        <dsp:cNvPr id="0" name=""/>
        <dsp:cNvSpPr/>
      </dsp:nvSpPr>
      <dsp:spPr>
        <a:xfrm>
          <a:off x="2213" y="2065086"/>
          <a:ext cx="1073779" cy="107377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63E4E8-81C5-43EA-A9BB-D9AC001D3869}">
      <dsp:nvSpPr>
        <dsp:cNvPr id="0" name=""/>
        <dsp:cNvSpPr/>
      </dsp:nvSpPr>
      <dsp:spPr>
        <a:xfrm>
          <a:off x="227707" y="2290580"/>
          <a:ext cx="622792" cy="6227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885923-C215-4D46-BDA0-4880A8EDFC26}">
      <dsp:nvSpPr>
        <dsp:cNvPr id="0" name=""/>
        <dsp:cNvSpPr/>
      </dsp:nvSpPr>
      <dsp:spPr>
        <a:xfrm>
          <a:off x="1306089" y="2065086"/>
          <a:ext cx="2531052" cy="1073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3. Align promotions with sales trends</a:t>
          </a:r>
        </a:p>
      </dsp:txBody>
      <dsp:txXfrm>
        <a:off x="1306089" y="2065086"/>
        <a:ext cx="2531052" cy="1073779"/>
      </dsp:txXfrm>
    </dsp:sp>
    <dsp:sp modelId="{3407F697-B048-4487-8BD9-8226CD2AD70D}">
      <dsp:nvSpPr>
        <dsp:cNvPr id="0" name=""/>
        <dsp:cNvSpPr/>
      </dsp:nvSpPr>
      <dsp:spPr>
        <a:xfrm>
          <a:off x="4278158" y="2065086"/>
          <a:ext cx="1073779" cy="107377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F684BA-60DA-4A81-BBBC-54808314C65A}">
      <dsp:nvSpPr>
        <dsp:cNvPr id="0" name=""/>
        <dsp:cNvSpPr/>
      </dsp:nvSpPr>
      <dsp:spPr>
        <a:xfrm>
          <a:off x="4503652" y="2290580"/>
          <a:ext cx="622792" cy="6227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F1F1EA-9F0F-4B4E-9979-08CD8941C1C1}">
      <dsp:nvSpPr>
        <dsp:cNvPr id="0" name=""/>
        <dsp:cNvSpPr/>
      </dsp:nvSpPr>
      <dsp:spPr>
        <a:xfrm>
          <a:off x="5582033" y="2065086"/>
          <a:ext cx="2531052" cy="1073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4. Monitor monthly fluctuations</a:t>
          </a:r>
        </a:p>
      </dsp:txBody>
      <dsp:txXfrm>
        <a:off x="5582033" y="2065086"/>
        <a:ext cx="2531052" cy="10737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39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214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273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498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631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925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630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162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360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972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646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59951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5581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797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9866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9745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942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4680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77D6507-8E8D-40E1-A7B9-63012EF94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9D5D2AD3-B1C0-92A0-994D-47A244DC01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r="10999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3FF3D86-2916-4F9F-9752-304810CF59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B048875-14D1-4CC7-8AC3-7ABC73AAA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3014139"/>
            <a:ext cx="7086600" cy="1825096"/>
          </a:xfrm>
        </p:spPr>
        <p:txBody>
          <a:bodyPr>
            <a:normAutofit/>
          </a:bodyPr>
          <a:lstStyle/>
          <a:p>
            <a:r>
              <a:rPr lang="en-US"/>
              <a:t>Sales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4842935"/>
            <a:ext cx="7086600" cy="685800"/>
          </a:xfrm>
        </p:spPr>
        <p:txBody>
          <a:bodyPr>
            <a:normAutofit/>
          </a:bodyPr>
          <a:lstStyle/>
          <a:p>
            <a:r>
              <a:rPr lang="en-US"/>
              <a:t>Final Project | Gagan Kumar | 29 Apr 2025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EA5387D-64D8-4D6C-B109-FF4E81DF6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8003B524-03B0-B090-B865-8ED945FF386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rcRect r="10999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457950" cy="1293028"/>
          </a:xfrm>
        </p:spPr>
        <p:txBody>
          <a:bodyPr>
            <a:normAutofit/>
          </a:bodyPr>
          <a:lstStyle/>
          <a:p>
            <a:r>
              <a:rPr lang="en-US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2194560"/>
            <a:ext cx="8115300" cy="4024125"/>
          </a:xfrm>
        </p:spPr>
        <p:txBody>
          <a:bodyPr>
            <a:normAutofit/>
          </a:bodyPr>
          <a:lstStyle/>
          <a:p>
            <a:r>
              <a:rPr lang="en-US"/>
              <a:t>Objective:</a:t>
            </a:r>
          </a:p>
          <a:p>
            <a:r>
              <a:rPr lang="en-US"/>
              <a:t>Analyze transaction and response data to identify customer spending behavior.</a:t>
            </a:r>
          </a:p>
          <a:p>
            <a:endParaRPr lang="en-US"/>
          </a:p>
          <a:p>
            <a:r>
              <a:rPr lang="en-US"/>
              <a:t>Data Sources:</a:t>
            </a:r>
          </a:p>
          <a:p>
            <a:r>
              <a:rPr lang="en-US"/>
              <a:t>- Transactions dataset (customer, date, amount)</a:t>
            </a:r>
          </a:p>
          <a:p>
            <a:r>
              <a:rPr lang="en-US"/>
              <a:t>- Response dataset (marketing response: 0 or 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457950" cy="1293028"/>
          </a:xfrm>
        </p:spPr>
        <p:txBody>
          <a:bodyPr>
            <a:normAutofit/>
          </a:bodyPr>
          <a:lstStyle/>
          <a:p>
            <a:r>
              <a:t>Data Cleaning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2347FB-F976-AECE-841F-2A1408E5FD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3794227"/>
              </p:ext>
            </p:extLst>
          </p:nvPr>
        </p:nvGraphicFramePr>
        <p:xfrm>
          <a:off x="514350" y="2441051"/>
          <a:ext cx="81153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ounded Rectangle 14">
            <a:extLst>
              <a:ext uri="{FF2B5EF4-FFF2-40B4-BE49-F238E27FC236}">
                <a16:creationId xmlns:a16="http://schemas.microsoft.com/office/drawing/2014/main" id="{1FDFF85F-F105-40D5-9793-90419158C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006" y="0"/>
            <a:ext cx="5666994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AB47A4-BA8C-4250-88BD-D49C68C5F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77006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6C8958D-EB99-414F-B735-863B67BB1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3477006" cy="14414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764373"/>
            <a:ext cx="2765562" cy="1920372"/>
          </a:xfrm>
        </p:spPr>
        <p:txBody>
          <a:bodyPr>
            <a:normAutofit/>
          </a:bodyPr>
          <a:lstStyle/>
          <a:p>
            <a:pPr algn="l"/>
            <a:r>
              <a:rPr lang="en-US" sz="3100">
                <a:solidFill>
                  <a:schemeClr val="bg1"/>
                </a:solidFill>
              </a:rPr>
              <a:t>Customer Insights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9E5F3CB-7BDD-4E64-B274-CD900F08C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3477006" cy="248285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2821774"/>
            <a:ext cx="2765562" cy="3148329"/>
          </a:xfrm>
        </p:spPr>
        <p:txBody>
          <a:bodyPr>
            <a:norm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Key Metrics:</a:t>
            </a:r>
          </a:p>
          <a:p>
            <a:r>
              <a:rPr lang="en-US" sz="1400">
                <a:solidFill>
                  <a:schemeClr val="bg1"/>
                </a:solidFill>
              </a:rPr>
              <a:t>- Total Transactions: 124,969</a:t>
            </a:r>
          </a:p>
          <a:p>
            <a:r>
              <a:rPr lang="en-US" sz="1400">
                <a:solidFill>
                  <a:schemeClr val="bg1"/>
                </a:solidFill>
              </a:rPr>
              <a:t>- Avg. Transaction: ₹64.99</a:t>
            </a:r>
          </a:p>
          <a:p>
            <a:r>
              <a:rPr lang="en-US" sz="1400">
                <a:solidFill>
                  <a:schemeClr val="bg1"/>
                </a:solidFill>
              </a:rPr>
              <a:t>- Responders: 13,842 (11.1%)</a:t>
            </a:r>
          </a:p>
          <a:p>
            <a:r>
              <a:rPr lang="en-US" sz="1400">
                <a:solidFill>
                  <a:schemeClr val="bg1"/>
                </a:solidFill>
              </a:rPr>
              <a:t>- Non-responders: 111,127</a:t>
            </a:r>
          </a:p>
        </p:txBody>
      </p:sp>
      <p:pic>
        <p:nvPicPr>
          <p:cNvPr id="4" name="Picture 3" descr="response_p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9606" y="1665828"/>
            <a:ext cx="4701793" cy="352634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Sales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4" name="Picture 3" descr="sale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94560"/>
            <a:ext cx="813816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457950" cy="1293028"/>
          </a:xfrm>
        </p:spPr>
        <p:txBody>
          <a:bodyPr>
            <a:normAutofit/>
          </a:bodyPr>
          <a:lstStyle/>
          <a:p>
            <a:r>
              <a:t>Top 10 Customers</a:t>
            </a:r>
          </a:p>
        </p:txBody>
      </p:sp>
      <p:graphicFrame>
        <p:nvGraphicFramePr>
          <p:cNvPr id="7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9799267"/>
              </p:ext>
            </p:extLst>
          </p:nvPr>
        </p:nvGraphicFramePr>
        <p:xfrm>
          <a:off x="1140928" y="2441051"/>
          <a:ext cx="6862145" cy="3530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0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1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915">
                <a:tc>
                  <a:txBody>
                    <a:bodyPr/>
                    <a:lstStyle/>
                    <a:p>
                      <a:r>
                        <a:rPr sz="1400"/>
                        <a:t>Customer ID</a:t>
                      </a:r>
                    </a:p>
                  </a:txBody>
                  <a:tcPr marL="72935" marR="72935" marT="36468" marB="36468"/>
                </a:tc>
                <a:tc>
                  <a:txBody>
                    <a:bodyPr/>
                    <a:lstStyle/>
                    <a:p>
                      <a:r>
                        <a:rPr sz="1400"/>
                        <a:t>Total Spent (₹)</a:t>
                      </a:r>
                    </a:p>
                  </a:txBody>
                  <a:tcPr marL="72935" marR="72935" marT="36468" marB="3646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915">
                <a:tc>
                  <a:txBody>
                    <a:bodyPr/>
                    <a:lstStyle/>
                    <a:p>
                      <a:r>
                        <a:rPr sz="1400"/>
                        <a:t>CS4424</a:t>
                      </a:r>
                    </a:p>
                  </a:txBody>
                  <a:tcPr marL="72935" marR="72935" marT="36468" marB="36468"/>
                </a:tc>
                <a:tc>
                  <a:txBody>
                    <a:bodyPr/>
                    <a:lstStyle/>
                    <a:p>
                      <a:r>
                        <a:rPr sz="1400"/>
                        <a:t>2933</a:t>
                      </a:r>
                    </a:p>
                  </a:txBody>
                  <a:tcPr marL="72935" marR="72935" marT="36468" marB="3646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915">
                <a:tc>
                  <a:txBody>
                    <a:bodyPr/>
                    <a:lstStyle/>
                    <a:p>
                      <a:r>
                        <a:rPr sz="1400"/>
                        <a:t>CS4320</a:t>
                      </a:r>
                    </a:p>
                  </a:txBody>
                  <a:tcPr marL="72935" marR="72935" marT="36468" marB="36468"/>
                </a:tc>
                <a:tc>
                  <a:txBody>
                    <a:bodyPr/>
                    <a:lstStyle/>
                    <a:p>
                      <a:r>
                        <a:rPr sz="1400"/>
                        <a:t>2647</a:t>
                      </a:r>
                    </a:p>
                  </a:txBody>
                  <a:tcPr marL="72935" marR="72935" marT="36468" marB="3646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915">
                <a:tc>
                  <a:txBody>
                    <a:bodyPr/>
                    <a:lstStyle/>
                    <a:p>
                      <a:r>
                        <a:rPr sz="1400"/>
                        <a:t>CS5752</a:t>
                      </a:r>
                    </a:p>
                  </a:txBody>
                  <a:tcPr marL="72935" marR="72935" marT="36468" marB="36468"/>
                </a:tc>
                <a:tc>
                  <a:txBody>
                    <a:bodyPr/>
                    <a:lstStyle/>
                    <a:p>
                      <a:r>
                        <a:rPr sz="1400"/>
                        <a:t>2612</a:t>
                      </a:r>
                    </a:p>
                  </a:txBody>
                  <a:tcPr marL="72935" marR="72935" marT="36468" marB="3646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915">
                <a:tc>
                  <a:txBody>
                    <a:bodyPr/>
                    <a:lstStyle/>
                    <a:p>
                      <a:r>
                        <a:rPr sz="1400"/>
                        <a:t>CS4660</a:t>
                      </a:r>
                    </a:p>
                  </a:txBody>
                  <a:tcPr marL="72935" marR="72935" marT="36468" marB="36468"/>
                </a:tc>
                <a:tc>
                  <a:txBody>
                    <a:bodyPr/>
                    <a:lstStyle/>
                    <a:p>
                      <a:r>
                        <a:rPr sz="1400"/>
                        <a:t>2527</a:t>
                      </a:r>
                    </a:p>
                  </a:txBody>
                  <a:tcPr marL="72935" marR="72935" marT="36468" marB="3646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915">
                <a:tc>
                  <a:txBody>
                    <a:bodyPr/>
                    <a:lstStyle/>
                    <a:p>
                      <a:r>
                        <a:rPr sz="1400"/>
                        <a:t>CS3799</a:t>
                      </a:r>
                    </a:p>
                  </a:txBody>
                  <a:tcPr marL="72935" marR="72935" marT="36468" marB="36468"/>
                </a:tc>
                <a:tc>
                  <a:txBody>
                    <a:bodyPr/>
                    <a:lstStyle/>
                    <a:p>
                      <a:r>
                        <a:rPr sz="1400"/>
                        <a:t>2513</a:t>
                      </a:r>
                    </a:p>
                  </a:txBody>
                  <a:tcPr marL="72935" marR="72935" marT="36468" marB="3646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915">
                <a:tc>
                  <a:txBody>
                    <a:bodyPr/>
                    <a:lstStyle/>
                    <a:p>
                      <a:r>
                        <a:rPr sz="1400"/>
                        <a:t>CS5109</a:t>
                      </a:r>
                    </a:p>
                  </a:txBody>
                  <a:tcPr marL="72935" marR="72935" marT="36468" marB="36468"/>
                </a:tc>
                <a:tc>
                  <a:txBody>
                    <a:bodyPr/>
                    <a:lstStyle/>
                    <a:p>
                      <a:r>
                        <a:rPr sz="1400"/>
                        <a:t>2506</a:t>
                      </a:r>
                    </a:p>
                  </a:txBody>
                  <a:tcPr marL="72935" marR="72935" marT="36468" marB="3646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915">
                <a:tc>
                  <a:txBody>
                    <a:bodyPr/>
                    <a:lstStyle/>
                    <a:p>
                      <a:r>
                        <a:rPr sz="1400"/>
                        <a:t>CS4074</a:t>
                      </a:r>
                    </a:p>
                  </a:txBody>
                  <a:tcPr marL="72935" marR="72935" marT="36468" marB="36468"/>
                </a:tc>
                <a:tc>
                  <a:txBody>
                    <a:bodyPr/>
                    <a:lstStyle/>
                    <a:p>
                      <a:r>
                        <a:rPr sz="1400"/>
                        <a:t>2462</a:t>
                      </a:r>
                    </a:p>
                  </a:txBody>
                  <a:tcPr marL="72935" marR="72935" marT="36468" marB="3646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915">
                <a:tc>
                  <a:txBody>
                    <a:bodyPr/>
                    <a:lstStyle/>
                    <a:p>
                      <a:r>
                        <a:rPr sz="1400"/>
                        <a:t>CS3805</a:t>
                      </a:r>
                    </a:p>
                  </a:txBody>
                  <a:tcPr marL="72935" marR="72935" marT="36468" marB="36468"/>
                </a:tc>
                <a:tc>
                  <a:txBody>
                    <a:bodyPr/>
                    <a:lstStyle/>
                    <a:p>
                      <a:r>
                        <a:rPr sz="1400"/>
                        <a:t>2453</a:t>
                      </a:r>
                    </a:p>
                  </a:txBody>
                  <a:tcPr marL="72935" marR="72935" marT="36468" marB="36468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915">
                <a:tc>
                  <a:txBody>
                    <a:bodyPr/>
                    <a:lstStyle/>
                    <a:p>
                      <a:r>
                        <a:rPr sz="1400"/>
                        <a:t>CS4608</a:t>
                      </a:r>
                    </a:p>
                  </a:txBody>
                  <a:tcPr marL="72935" marR="72935" marT="36468" marB="36468"/>
                </a:tc>
                <a:tc>
                  <a:txBody>
                    <a:bodyPr/>
                    <a:lstStyle/>
                    <a:p>
                      <a:r>
                        <a:rPr sz="1400"/>
                        <a:t>2449</a:t>
                      </a:r>
                    </a:p>
                  </a:txBody>
                  <a:tcPr marL="72935" marR="72935" marT="36468" marB="36468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915">
                <a:tc>
                  <a:txBody>
                    <a:bodyPr/>
                    <a:lstStyle/>
                    <a:p>
                      <a:r>
                        <a:rPr sz="1400"/>
                        <a:t>CS5555</a:t>
                      </a:r>
                    </a:p>
                  </a:txBody>
                  <a:tcPr marL="72935" marR="72935" marT="36468" marB="36468"/>
                </a:tc>
                <a:tc>
                  <a:txBody>
                    <a:bodyPr/>
                    <a:lstStyle/>
                    <a:p>
                      <a:r>
                        <a:rPr sz="1400"/>
                        <a:t>2439</a:t>
                      </a:r>
                    </a:p>
                  </a:txBody>
                  <a:tcPr marL="72935" marR="72935" marT="36468" marB="36468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457950" cy="1293028"/>
          </a:xfrm>
        </p:spPr>
        <p:txBody>
          <a:bodyPr>
            <a:normAutofit/>
          </a:bodyPr>
          <a:lstStyle/>
          <a:p>
            <a:r>
              <a:rPr lang="en-US"/>
              <a:t>Recommendations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2BDC613-1127-8684-AFA3-2CCB71D236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4375291"/>
              </p:ext>
            </p:extLst>
          </p:nvPr>
        </p:nvGraphicFramePr>
        <p:xfrm>
          <a:off x="514350" y="2441051"/>
          <a:ext cx="81153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</TotalTime>
  <Words>176</Words>
  <Application>Microsoft Office PowerPoint</Application>
  <PresentationFormat>On-screen Show (4:3)</PresentationFormat>
  <Paragraphs>50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Century Gothic</vt:lpstr>
      <vt:lpstr>Vapor Trail</vt:lpstr>
      <vt:lpstr>Sales Data Analysis</vt:lpstr>
      <vt:lpstr>Project Overview</vt:lpstr>
      <vt:lpstr>Data Cleaning</vt:lpstr>
      <vt:lpstr>Customer Insights</vt:lpstr>
      <vt:lpstr>Monthly Sales Trend</vt:lpstr>
      <vt:lpstr>Top 10 Customers</vt:lpstr>
      <vt:lpstr>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GAGAN KUMAR</cp:lastModifiedBy>
  <cp:revision>2</cp:revision>
  <dcterms:created xsi:type="dcterms:W3CDTF">2013-01-27T09:14:16Z</dcterms:created>
  <dcterms:modified xsi:type="dcterms:W3CDTF">2025-04-29T11:45:13Z</dcterms:modified>
  <cp:category/>
</cp:coreProperties>
</file>